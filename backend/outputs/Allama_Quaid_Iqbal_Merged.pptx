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2926080"/>
            <a:ext cx="12192000" cy="54864"/>
          </a:xfrm>
          <a:prstGeom prst="rect">
            <a:avLst/>
          </a:prstGeom>
          <a:solidFill>
            <a:srgbClr val="4F46E5"/>
          </a:solidFill>
          <a:ln w="12700">
            <a:solidFill>
              <a:srgbClr val="4F46E5"/>
            </a:solidFill>
            <a:prstDash val="solid"/>
          </a:ln>
        </p:spPr>
      </p:sp>
      <p:sp>
        <p:nvSpPr>
          <p:cNvPr id="3" name="Text 1"/>
          <p:cNvSpPr/>
          <p:nvPr/>
        </p:nvSpPr>
        <p:spPr>
          <a:xfrm>
            <a:off x="548640" y="1188720"/>
            <a:ext cx="11064240" cy="1463040"/>
          </a:xfrm>
          <a:prstGeom prst="rect">
            <a:avLst/>
          </a:prstGeom>
          <a:noFill/>
          <a:ln/>
        </p:spPr>
        <p:txBody>
          <a:bodyPr wrap="square" rtlCol="0" anchor="ctr"/>
          <a:lstStyle/>
          <a:p>
            <a:pPr algn="ctr" indent="0" marL="0">
              <a:buNone/>
            </a:pPr>
            <a:r>
              <a:rPr lang="en-US" sz="4200" b="1" dirty="0">
                <a:solidFill>
                  <a:srgbClr val="FFFFFF"/>
                </a:solidFill>
                <a:latin typeface="Calibri" pitchFamily="34" charset="0"/>
                <a:ea typeface="Calibri" pitchFamily="34" charset="-122"/>
                <a:cs typeface="Calibri" pitchFamily="34" charset="-120"/>
              </a:rPr>
              <a:t>Allama Quaid Iqbal Merged</a:t>
            </a:r>
            <a:endParaRPr lang="en-US" sz="4200" dirty="0"/>
          </a:p>
        </p:txBody>
      </p:sp>
      <p:sp>
        <p:nvSpPr>
          <p:cNvPr id="4" name="Text 2"/>
          <p:cNvSpPr/>
          <p:nvPr/>
        </p:nvSpPr>
        <p:spPr>
          <a:xfrm>
            <a:off x="548640" y="3108960"/>
            <a:ext cx="11064240" cy="457200"/>
          </a:xfrm>
          <a:prstGeom prst="rect">
            <a:avLst/>
          </a:prstGeom>
          <a:noFill/>
          <a:ln/>
        </p:spPr>
        <p:txBody>
          <a:bodyPr wrap="square" rtlCol="0" anchor="ctr"/>
          <a:lstStyle/>
          <a:p>
            <a:pPr algn="ctr" indent="0" marL="0">
              <a:buNone/>
            </a:pPr>
            <a:r>
              <a:rPr lang="en-US" sz="1400" dirty="0">
                <a:solidFill>
                  <a:srgbClr val="8888BB"/>
                </a:solidFill>
              </a:rPr>
              <a:t>2 Files Merged  ·  March 28,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F"/>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F46E5"/>
          </a:solidFill>
          <a:ln w="12700">
            <a:solidFill>
              <a:srgbClr val="4F46E5"/>
            </a:solidFill>
            <a:prstDash val="solid"/>
          </a:ln>
        </p:spPr>
      </p:sp>
      <p:sp>
        <p:nvSpPr>
          <p:cNvPr id="3" name="Text 1"/>
          <p:cNvSpPr/>
          <p:nvPr/>
        </p:nvSpPr>
        <p:spPr>
          <a:xfrm>
            <a:off x="10515600" y="109728"/>
            <a:ext cx="1463040" cy="274320"/>
          </a:xfrm>
          <a:prstGeom prst="rect">
            <a:avLst/>
          </a:prstGeom>
          <a:noFill/>
          <a:ln/>
        </p:spPr>
        <p:txBody>
          <a:bodyPr wrap="square" rtlCol="0" anchor="ctr"/>
          <a:lstStyle/>
          <a:p>
            <a:pPr algn="r" indent="0" marL="0">
              <a:buNone/>
            </a:pPr>
            <a:r>
              <a:rPr lang="en-US" sz="900" dirty="0">
                <a:solidFill>
                  <a:srgbClr val="AAAAAA"/>
                </a:solidFill>
              </a:rPr>
              <a:t>1 / 2</a:t>
            </a:r>
            <a:endParaRPr lang="en-US" sz="900" dirty="0"/>
          </a:p>
        </p:txBody>
      </p:sp>
      <p:sp>
        <p:nvSpPr>
          <p:cNvPr id="4" name="Text 2"/>
          <p:cNvSpPr/>
          <p:nvPr/>
        </p:nvSpPr>
        <p:spPr>
          <a:xfrm>
            <a:off x="365760" y="457200"/>
            <a:ext cx="11430000" cy="6126480"/>
          </a:xfrm>
          <a:prstGeom prst="rect">
            <a:avLst/>
          </a:prstGeom>
          <a:noFill/>
          <a:ln/>
        </p:spPr>
        <p:txBody>
          <a:bodyPr wrap="square" rtlCol="0" anchor="t"/>
          <a:lstStyle/>
          <a:p>
            <a:pPr indent="0" marL="0">
              <a:lnSpc>
                <a:spcPct val="150000"/>
              </a:lnSpc>
              <a:buNone/>
            </a:pPr>
            <a:r>
              <a:rPr lang="en-US" sz="1200" dirty="0">
                <a:solidFill>
                  <a:srgbClr val="333333"/>
                </a:solidFill>
              </a:rPr>
              <a:t>Essay on Quaid-e-Azam</a:t>
            </a:r>
            <a:endParaRPr lang="en-US" sz="1200" dirty="0"/>
          </a:p>
          <a:p>
            <a:pPr indent="0" marL="0">
              <a:lnSpc>
                <a:spcPct val="150000"/>
              </a:lnSpc>
              <a:buNone/>
            </a:pPr>
            <a:r>
              <a:rPr lang="en-US" sz="1200" dirty="0">
                <a:solidFill>
                  <a:srgbClr val="333333"/>
                </a:solidFill>
              </a:rPr>
              <a:t>Muhammad Ali Jinnah, also known as Quaid-e-Azam, was the founder of Pakistan. He was born on December 25, 1876, in Karachi. He was a great leader, lawyer, and politician who worked very hard for the creation of a separate homeland for Muslims of the subcontinent.</a:t>
            </a:r>
            <a:endParaRPr lang="en-US" sz="1200" dirty="0"/>
          </a:p>
          <a:p>
            <a:pPr indent="0" marL="0">
              <a:lnSpc>
                <a:spcPct val="150000"/>
              </a:lnSpc>
              <a:buNone/>
            </a:pPr>
            <a:r>
              <a:rPr lang="en-US" sz="1200" dirty="0">
                <a:solidFill>
                  <a:srgbClr val="333333"/>
                </a:solidFill>
              </a:rPr>
              <a:t>Quaid-e-Azam received his early education in Karachi and later went to England to study law. After returning, he started his career as a successful lawyer. Soon, he joined politics and became one of the most important leaders of the Muslims. He joined the All-India Muslim League and fought for the rights of Muslims.</a:t>
            </a:r>
            <a:endParaRPr lang="en-US" sz="1200" dirty="0"/>
          </a:p>
          <a:p>
            <a:pPr indent="0" marL="0">
              <a:lnSpc>
                <a:spcPct val="150000"/>
              </a:lnSpc>
              <a:buNone/>
            </a:pPr>
            <a:r>
              <a:rPr lang="en-US" sz="1200" dirty="0">
                <a:solidFill>
                  <a:srgbClr val="333333"/>
                </a:solidFill>
              </a:rPr>
              <a:t>He was a man of strong character, honesty, and determination. His leadership and efforts led to the creation of Pakistan on August 14, 1947. He believed in unity, faith, and discipline, which became the guiding principles for the nation.</a:t>
            </a:r>
            <a:endParaRPr lang="en-US" sz="1200" dirty="0"/>
          </a:p>
          <a:p>
            <a:pPr indent="0" marL="0">
              <a:lnSpc>
                <a:spcPct val="150000"/>
              </a:lnSpc>
              <a:buNone/>
            </a:pPr>
            <a:r>
              <a:rPr lang="en-US" sz="1200" dirty="0">
                <a:solidFill>
                  <a:srgbClr val="333333"/>
                </a:solidFill>
              </a:rPr>
              <a:t>Quaid-e-Azam became the first Governor-General of Pakistan. He worked day and night to make Pakistan a strong and successful country, but sadly, he passed away on September 11, 1948.</a:t>
            </a:r>
            <a:endParaRPr lang="en-US" sz="1200" dirty="0"/>
          </a:p>
          <a:p>
            <a:pPr indent="0" marL="0">
              <a:lnSpc>
                <a:spcPct val="150000"/>
              </a:lnSpc>
              <a:buNone/>
            </a:pPr>
            <a:r>
              <a:rPr lang="en-US" sz="1200" dirty="0">
                <a:solidFill>
                  <a:srgbClr val="333333"/>
                </a:solidFill>
              </a:rPr>
              <a:t>In conclusion, Quaid-e-Azam was a great leader and a true hero. We should follow his teachings and work hard to make Pakistan a better country.</a:t>
            </a:r>
            <a:endParaRPr lang="en-US" sz="1200" dirty="0"/>
          </a:p>
          <a:p>
            <a:pPr indent="0" marL="0">
              <a:lnSpc>
                <a:spcPct val="150000"/>
              </a:lnSpc>
              <a:buNone/>
            </a:pPr>
            <a:r>
              <a:rPr lang="en-US" sz="1200" dirty="0">
                <a:solidFill>
                  <a:srgbClr val="333333"/>
                </a:solidFill>
              </a:rPr>
              <a:t>Muhammad Ali Jinnah, popularly known as Quaid-e-Azam, was the founder of Pakistan and one of the greatest leaders in history. He was born on December 25, 1876, in Karachi. From an early age, he showed qualities of intelligence, honesty, and leadership.</a:t>
            </a:r>
            <a:endParaRPr lang="en-US" sz="1200" dirty="0"/>
          </a:p>
          <a:p>
            <a:pPr indent="0" marL="0">
              <a:lnSpc>
                <a:spcPct val="150000"/>
              </a:lnSpc>
              <a:buNone/>
            </a:pPr>
            <a:r>
              <a:rPr lang="en-US" sz="1200" dirty="0">
                <a:solidFill>
                  <a:srgbClr val="333333"/>
                </a:solidFill>
              </a:rPr>
              <a:t>He received his early education in Karachi and later went to England to study law. After completing his education, he returned to the subcontinent and became a successful lawyer. His strong arguments and clear thinking made him one of the most respected lawyers of his time.</a:t>
            </a:r>
            <a:endParaRPr lang="en-US" sz="1200" dirty="0"/>
          </a:p>
          <a:p>
            <a:pPr indent="0" marL="0">
              <a:lnSpc>
                <a:spcPct val="150000"/>
              </a:lnSpc>
              <a:buNone/>
            </a:pPr>
            <a:r>
              <a:rPr lang="en-US" sz="1200" dirty="0">
                <a:solidFill>
                  <a:srgbClr val="333333"/>
                </a:solidFill>
              </a:rPr>
              <a:t>Quaid-e-Azam entered politics to protect the rights of Muslims in the subcontinent. He joined the All-India Muslim League and worked tirelessly for the freedom of Muslims. He believed that Muslims needed a separate homeland where they could live according to their religion and culture.</a:t>
            </a:r>
            <a:endParaRPr lang="en-US" sz="1200" dirty="0"/>
          </a:p>
          <a:p>
            <a:pPr indent="0" marL="0">
              <a:lnSpc>
                <a:spcPct val="150000"/>
              </a:lnSpc>
              <a:buNone/>
            </a:pPr>
            <a:r>
              <a:rPr lang="en-US" sz="1200" dirty="0">
                <a:solidFill>
                  <a:srgbClr val="333333"/>
                </a:solidFill>
              </a:rPr>
              <a:t>His leadership during the Pakistan Movement was remarkable. Despite many difficulties, he remained firm and determined. His famous principles of “Unity, Faith, and Discipline” inspired millions of people. Because of his great efforts, Pakistan came into existence on August 14, 1947.</a:t>
            </a:r>
            <a:endParaRPr lang="en-US" sz="1200" dirty="0"/>
          </a:p>
          <a:p>
            <a:pPr indent="0" marL="0">
              <a:lnSpc>
                <a:spcPct val="150000"/>
              </a:lnSpc>
              <a:buNone/>
            </a:pPr>
            <a:r>
              <a:rPr lang="en-US" sz="1200" dirty="0">
                <a:solidFill>
                  <a:srgbClr val="333333"/>
                </a:solidFill>
              </a:rPr>
              <a:t>After independence, Quaid-e-Azam became the first Governor-General of Pakistan. He faced many challenges, such as refugee problems and lack of resources, but he handled them with courage and wisdom. He worked day and night to strengthen the new country.</a:t>
            </a:r>
            <a:endParaRPr lang="en-US" sz="1200" dirty="0"/>
          </a:p>
          <a:p>
            <a:pPr indent="0" marL="0">
              <a:lnSpc>
                <a:spcPct val="150000"/>
              </a:lnSpc>
              <a:buNone/>
            </a:pPr>
            <a:r>
              <a:rPr lang="en-US" sz="1200" dirty="0">
                <a:solidFill>
                  <a:srgbClr val="333333"/>
                </a:solidFill>
              </a:rPr>
              <a:t>Quaid-e-Azam was a man of high moral character. He believed in justice, equality, and hard work. He always spoke the truth and stood firmly by his principles. His life is a perfect example of dedication and sacrifice.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F"/>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F46E5"/>
          </a:solidFill>
          <a:ln w="12700">
            <a:solidFill>
              <a:srgbClr val="4F46E5"/>
            </a:solidFill>
            <a:prstDash val="solid"/>
          </a:ln>
        </p:spPr>
      </p:sp>
      <p:sp>
        <p:nvSpPr>
          <p:cNvPr id="3" name="Text 1"/>
          <p:cNvSpPr/>
          <p:nvPr/>
        </p:nvSpPr>
        <p:spPr>
          <a:xfrm>
            <a:off x="10515600" y="109728"/>
            <a:ext cx="1463040" cy="274320"/>
          </a:xfrm>
          <a:prstGeom prst="rect">
            <a:avLst/>
          </a:prstGeom>
          <a:noFill/>
          <a:ln/>
        </p:spPr>
        <p:txBody>
          <a:bodyPr wrap="square" rtlCol="0" anchor="ctr"/>
          <a:lstStyle/>
          <a:p>
            <a:pPr algn="r" indent="0" marL="0">
              <a:buNone/>
            </a:pPr>
            <a:r>
              <a:rPr lang="en-US" sz="900" dirty="0">
                <a:solidFill>
                  <a:srgbClr val="AAAAAA"/>
                </a:solidFill>
              </a:rPr>
              <a:t>2 / 2</a:t>
            </a:r>
            <a:endParaRPr lang="en-US" sz="900" dirty="0"/>
          </a:p>
        </p:txBody>
      </p:sp>
      <p:sp>
        <p:nvSpPr>
          <p:cNvPr id="4" name="Text 2"/>
          <p:cNvSpPr/>
          <p:nvPr/>
        </p:nvSpPr>
        <p:spPr>
          <a:xfrm>
            <a:off x="365760" y="457200"/>
            <a:ext cx="11430000" cy="6126480"/>
          </a:xfrm>
          <a:prstGeom prst="rect">
            <a:avLst/>
          </a:prstGeom>
          <a:noFill/>
          <a:ln/>
        </p:spPr>
        <p:txBody>
          <a:bodyPr wrap="square" rtlCol="0" anchor="t"/>
          <a:lstStyle/>
          <a:p>
            <a:pPr indent="0" marL="0">
              <a:lnSpc>
                <a:spcPct val="150000"/>
              </a:lnSpc>
              <a:buNone/>
            </a:pPr>
            <a:r>
              <a:rPr lang="en-US" sz="1200" dirty="0">
                <a:solidFill>
                  <a:srgbClr val="333333"/>
                </a:solidFill>
              </a:rPr>
              <a:t>Unfortunately, he did not live long after the creation of Pakistan. He passed away on September 11, 1948. His death was a great loss for the nation, but his teachings continue to guide us.</a:t>
            </a:r>
            <a:endParaRPr lang="en-US" sz="1200" dirty="0"/>
          </a:p>
          <a:p>
            <a:pPr indent="0" marL="0">
              <a:lnSpc>
                <a:spcPct val="150000"/>
              </a:lnSpc>
              <a:buNone/>
            </a:pPr>
            <a:r>
              <a:rPr lang="en-US" sz="1200" dirty="0">
                <a:solidFill>
                  <a:srgbClr val="333333"/>
                </a:solidFill>
              </a:rPr>
              <a:t>In conclusion, Quaid-e-Azam was a visionary leader and a true hero. We should follow his teachings, work with honesty, and contribute to the progress of Pakistan. His life will always remain a source of inspiration for future generations.</a:t>
            </a:r>
            <a:endParaRPr lang="en-US" sz="1200" dirty="0"/>
          </a:p>
          <a:p>
            <a:pPr indent="0" marL="0">
              <a:lnSpc>
                <a:spcPct val="150000"/>
              </a:lnSpc>
              <a:buNone/>
            </a:pPr>
            <a:r>
              <a:rPr lang="en-US" sz="1200" dirty="0">
                <a:solidFill>
                  <a:srgbClr val="333333"/>
                </a:solidFill>
              </a:rPr>
              <a:t>Essay on Allama Iqbal</a:t>
            </a:r>
            <a:endParaRPr lang="en-US" sz="1200" dirty="0"/>
          </a:p>
          <a:p>
            <a:pPr indent="0" marL="0">
              <a:lnSpc>
                <a:spcPct val="150000"/>
              </a:lnSpc>
              <a:buNone/>
            </a:pPr>
            <a:r>
              <a:rPr lang="en-US" sz="1200" dirty="0">
                <a:solidFill>
                  <a:srgbClr val="333333"/>
                </a:solidFill>
              </a:rPr>
              <a:t>Allama Iqbal was a great poet, philosopher, and politician. He is also known as the “Poet of the East.” He was born on November 9, 1877, in Sialkot. He played an important role in inspiring the Muslims of the subcontinent.</a:t>
            </a:r>
            <a:endParaRPr lang="en-US" sz="1200" dirty="0"/>
          </a:p>
          <a:p>
            <a:pPr indent="0" marL="0">
              <a:lnSpc>
                <a:spcPct val="150000"/>
              </a:lnSpc>
              <a:buNone/>
            </a:pPr>
            <a:r>
              <a:rPr lang="en-US" sz="1200" dirty="0">
                <a:solidFill>
                  <a:srgbClr val="333333"/>
                </a:solidFill>
              </a:rPr>
              <a:t>Allama Iqbal received his early education in Sialkot. Later, he went to Lahore for higher studies and then traveled to Europe for further education. He studied in England and Germany, where he gained deep knowledge of philosophy and literature.</a:t>
            </a:r>
            <a:endParaRPr lang="en-US" sz="1200" dirty="0"/>
          </a:p>
          <a:p>
            <a:pPr indent="0" marL="0">
              <a:lnSpc>
                <a:spcPct val="150000"/>
              </a:lnSpc>
              <a:buNone/>
            </a:pPr>
            <a:r>
              <a:rPr lang="en-US" sz="1200" dirty="0">
                <a:solidFill>
                  <a:srgbClr val="333333"/>
                </a:solidFill>
              </a:rPr>
              <a:t>He was a famous poet who wrote poetry in Urdu and Persian. His poetry awakened the Muslims and gave them a new spirit of hope and confidence. His famous works include Bang-e-Dra, Bal-e-Jibril, and Asrar-e-Khudi. Through his poetry, he encouraged Muslims to realize their true potential.</a:t>
            </a:r>
            <a:endParaRPr lang="en-US" sz="1200" dirty="0"/>
          </a:p>
          <a:p>
            <a:pPr indent="0" marL="0">
              <a:lnSpc>
                <a:spcPct val="150000"/>
              </a:lnSpc>
              <a:buNone/>
            </a:pPr>
            <a:r>
              <a:rPr lang="en-US" sz="1200" dirty="0">
                <a:solidFill>
                  <a:srgbClr val="333333"/>
                </a:solidFill>
              </a:rPr>
              <a:t>Allama Iqbal also played a key role in politics. In his famous address at Allahabad in 1930, he presented the idea of a separate homeland for Muslims. His vision later became the foundation for the creation of Pakistan.</a:t>
            </a:r>
            <a:endParaRPr lang="en-US" sz="1200" dirty="0"/>
          </a:p>
          <a:p>
            <a:pPr indent="0" marL="0">
              <a:lnSpc>
                <a:spcPct val="150000"/>
              </a:lnSpc>
              <a:buNone/>
            </a:pPr>
            <a:r>
              <a:rPr lang="en-US" sz="1200" dirty="0">
                <a:solidFill>
                  <a:srgbClr val="333333"/>
                </a:solidFill>
              </a:rPr>
              <a:t>He was a man of great wisdom and strong character. He believed in self-respect, unity, and hard work. His teachings still guide us in our lives.</a:t>
            </a:r>
            <a:endParaRPr lang="en-US" sz="1200" dirty="0"/>
          </a:p>
          <a:p>
            <a:pPr indent="0" marL="0">
              <a:lnSpc>
                <a:spcPct val="150000"/>
              </a:lnSpc>
              <a:buNone/>
            </a:pPr>
            <a:r>
              <a:rPr lang="en-US" sz="1200" dirty="0">
                <a:solidFill>
                  <a:srgbClr val="333333"/>
                </a:solidFill>
              </a:rPr>
              <a:t>Allama Iqbal passed away on April 21, 1938, but his poetry and ideas are still alive in the hearts of people.</a:t>
            </a:r>
            <a:endParaRPr lang="en-US" sz="1200" dirty="0"/>
          </a:p>
          <a:p>
            <a:pPr indent="0" marL="0">
              <a:lnSpc>
                <a:spcPct val="150000"/>
              </a:lnSpc>
              <a:buNone/>
            </a:pPr>
            <a:r>
              <a:rPr lang="en-US" sz="1200" dirty="0">
                <a:solidFill>
                  <a:srgbClr val="333333"/>
                </a:solidFill>
              </a:rPr>
              <a:t>In conclusion, Allama Iqbal was a great national hero. We should follow his teachings and work hard to make our country strong and successful.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Allama Quaid Iqbal Merged</dc:title>
  <dc:subject>PptxGenJS Presentation</dc:subject>
  <dc:creator>File Merger Agent</dc:creator>
  <cp:lastModifiedBy>File Merger Agent</cp:lastModifiedBy>
  <cp:revision>1</cp:revision>
  <dcterms:created xsi:type="dcterms:W3CDTF">2026-03-28T14:46:44Z</dcterms:created>
  <dcterms:modified xsi:type="dcterms:W3CDTF">2026-03-28T14:46:44Z</dcterms:modified>
</cp:coreProperties>
</file>